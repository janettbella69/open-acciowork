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TextBox 1"/>
          <p:cNvSpPr txBox="1"/>
          <p:nvPr/>
        </p:nvSpPr>
        <p:spPr>
          <a:xfrm>
            <a:off x="658368" y="475488"/>
            <a:ext cx="10058400" cy="3378708"/>
          </a:xfrm>
          <a:prstGeom prst="rect">
            <a:avLst/>
          </a:prstGeom>
          <a:noFill/>
        </p:spPr>
        <p:txBody>
          <a:bodyPr wrap="square">
            <a:spAutoFit/>
          </a:bodyPr>
          <a:lstStyle/>
          <a:p>
            <a:pPr algn="l">
              <a:defRPr sz="2200" b="1">
                <a:solidFill>
                  <a:srgbClr val="17233C"/>
                </a:solidFill>
                <a:latin typeface="Arial"/>
              </a:defRPr>
            </a:pPr>
            <a:r>
              <a:t>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终点</a:t>
            </a:r>
          </a:p>
        </p:txBody>
      </p:sp>
      <p:sp>
        <p:nvSpPr>
          <p:cNvPr id="3" name="Oval 2"/>
          <p:cNvSpPr/>
          <p:nvPr/>
        </p:nvSpPr>
        <p:spPr>
          <a:xfrm>
            <a:off x="749808" y="4110228"/>
            <a:ext cx="502920" cy="502920"/>
          </a:xfrm>
          <a:prstGeom prst="ellipse">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4" name="Rounded Rectangle 3"/>
          <p:cNvSpPr/>
          <p:nvPr/>
        </p:nvSpPr>
        <p:spPr>
          <a:xfrm>
            <a:off x="1417320" y="4037076"/>
            <a:ext cx="9829800" cy="804672"/>
          </a:xfrm>
          <a:prstGeom prst="roundRect">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lIns="201168" rIns="201168" wrap="square"/>
          <a:lstStyle/>
          <a:p>
            <a:pPr algn="l">
              <a:defRPr sz="1700">
                <a:solidFill>
                  <a:srgbClr val="17233C"/>
                </a:solidFill>
                <a:latin typeface="Arial"/>
              </a:defRPr>
            </a:pPr>
            <a:r>
              <a:t>Body remains separate 正文完整保留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跨境供应商审核终点</dc:title>
  <dc:subject/>
  <dc:creator>OPHIRA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