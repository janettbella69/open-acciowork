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7233C"/>
                </a:solidFill>
                <a:latin typeface="Arial"/>
              </a:defRPr>
            </a:pPr>
            <a:r>
              <a:t>供应商审核 Supplier review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881360" y="521207"/>
            <a:ext cx="640080" cy="347472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Oval 3"/>
          <p:cNvSpPr/>
          <p:nvPr/>
        </p:nvSpPr>
        <p:spPr>
          <a:xfrm>
            <a:off x="749808" y="1463040"/>
            <a:ext cx="502920" cy="50292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1389888"/>
            <a:ext cx="9829800" cy="1234439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wrap="square"/>
          <a:lstStyle/>
          <a:p>
            <a:pPr algn="l">
              <a:defRPr sz="1700">
                <a:solidFill>
                  <a:srgbClr val="17233C"/>
                </a:solidFill>
                <a:latin typeface="Arial"/>
              </a:defRPr>
            </a:pPr>
            <a:r>
              <a:t>Finding 01：供应商声明需要证据复核。 Review the sample, lead time and test evidence before approval. Review the sample, lead time and test evidence before approval. END01</a:t>
            </a:r>
          </a:p>
        </p:txBody>
      </p:sp>
      <p:sp>
        <p:nvSpPr>
          <p:cNvPr id="6" name="Oval 5"/>
          <p:cNvSpPr/>
          <p:nvPr/>
        </p:nvSpPr>
        <p:spPr>
          <a:xfrm>
            <a:off x="749808" y="2862072"/>
            <a:ext cx="502920" cy="50292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2788920"/>
            <a:ext cx="9829800" cy="1234439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wrap="square"/>
          <a:lstStyle/>
          <a:p>
            <a:pPr algn="l">
              <a:defRPr sz="1700">
                <a:solidFill>
                  <a:srgbClr val="17233C"/>
                </a:solidFill>
                <a:latin typeface="Arial"/>
              </a:defRPr>
            </a:pPr>
            <a:r>
              <a:t>Finding 02：供应商声明需要证据复核。 Review the sample, lead time and test evidence before approval. Review the sample, lead time and test evidence before approval. END02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4261104"/>
            <a:ext cx="502920" cy="50292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4187952"/>
            <a:ext cx="9829800" cy="1234439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wrap="square"/>
          <a:lstStyle/>
          <a:p>
            <a:pPr algn="l">
              <a:defRPr sz="1700">
                <a:solidFill>
                  <a:srgbClr val="17233C"/>
                </a:solidFill>
                <a:latin typeface="Arial"/>
              </a:defRPr>
            </a:pPr>
            <a:r>
              <a:t>Finding 03：供应商声明需要证据复核。 Review the sample, lead time and test evidence before approval. Review the sample, lead time and test evidence before approval. END03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7233C"/>
                </a:solidFill>
                <a:latin typeface="Arial"/>
              </a:defRPr>
            </a:pPr>
            <a:r>
              <a:t>供应商审核 Supplier review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881360" y="521207"/>
            <a:ext cx="640080" cy="347472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" name="Oval 3"/>
          <p:cNvSpPr/>
          <p:nvPr/>
        </p:nvSpPr>
        <p:spPr>
          <a:xfrm>
            <a:off x="749808" y="1463040"/>
            <a:ext cx="502920" cy="50292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1389888"/>
            <a:ext cx="9829800" cy="1234439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wrap="square"/>
          <a:lstStyle/>
          <a:p>
            <a:pPr algn="l">
              <a:defRPr sz="1700">
                <a:solidFill>
                  <a:srgbClr val="17233C"/>
                </a:solidFill>
                <a:latin typeface="Arial"/>
              </a:defRPr>
            </a:pPr>
            <a:r>
              <a:t>Finding 04：供应商声明需要证据复核。 Review the sample, lead time and test evidence before approval. Review the sample, lead time and test evidence before approval. END04</a:t>
            </a:r>
          </a:p>
        </p:txBody>
      </p:sp>
      <p:sp>
        <p:nvSpPr>
          <p:cNvPr id="6" name="Oval 5"/>
          <p:cNvSpPr/>
          <p:nvPr/>
        </p:nvSpPr>
        <p:spPr>
          <a:xfrm>
            <a:off x="749808" y="2862072"/>
            <a:ext cx="502920" cy="50292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2788920"/>
            <a:ext cx="9829800" cy="1234439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wrap="square"/>
          <a:lstStyle/>
          <a:p>
            <a:pPr algn="l">
              <a:defRPr sz="1700">
                <a:solidFill>
                  <a:srgbClr val="17233C"/>
                </a:solidFill>
                <a:latin typeface="Arial"/>
              </a:defRPr>
            </a:pPr>
            <a:r>
              <a:t>Finding 05：供应商声明需要证据复核。 Review the sample, lead time and test evidence before approval. Review the sample, lead time and test evidence before approval. END05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4261104"/>
            <a:ext cx="502920" cy="50292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4187952"/>
            <a:ext cx="9829800" cy="1234439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wrap="square"/>
          <a:lstStyle/>
          <a:p>
            <a:pPr algn="l">
              <a:defRPr sz="1700">
                <a:solidFill>
                  <a:srgbClr val="17233C"/>
                </a:solidFill>
                <a:latin typeface="Arial"/>
              </a:defRPr>
            </a:pPr>
            <a:r>
              <a:t>Finding 06：供应商声明需要证据复核。 Review the sample, lead time and test evidence before approval. Review the sample, lead time and test evidence before approval. END06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7233C"/>
                </a:solidFill>
                <a:latin typeface="Arial"/>
              </a:defRPr>
            </a:pPr>
            <a:r>
              <a:t>供应商审核 Supplier review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881360" y="521207"/>
            <a:ext cx="640080" cy="347472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" name="Oval 3"/>
          <p:cNvSpPr/>
          <p:nvPr/>
        </p:nvSpPr>
        <p:spPr>
          <a:xfrm>
            <a:off x="749808" y="1463040"/>
            <a:ext cx="502920" cy="50292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1389888"/>
            <a:ext cx="9829800" cy="1234439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wrap="square"/>
          <a:lstStyle/>
          <a:p>
            <a:pPr algn="l">
              <a:defRPr sz="1700">
                <a:solidFill>
                  <a:srgbClr val="17233C"/>
                </a:solidFill>
                <a:latin typeface="Arial"/>
              </a:defRPr>
            </a:pPr>
            <a:r>
              <a:t>Finding 07：供应商声明需要证据复核。 Review the sample, lead time and test evidence before approval. Review the sample, lead time and test evidence before approval. END07</a:t>
            </a:r>
          </a:p>
        </p:txBody>
      </p:sp>
      <p:sp>
        <p:nvSpPr>
          <p:cNvPr id="6" name="Oval 5"/>
          <p:cNvSpPr/>
          <p:nvPr/>
        </p:nvSpPr>
        <p:spPr>
          <a:xfrm>
            <a:off x="749808" y="2862072"/>
            <a:ext cx="502920" cy="50292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2788920"/>
            <a:ext cx="9829800" cy="1234439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wrap="square"/>
          <a:lstStyle/>
          <a:p>
            <a:pPr algn="l">
              <a:defRPr sz="1700">
                <a:solidFill>
                  <a:srgbClr val="17233C"/>
                </a:solidFill>
                <a:latin typeface="Arial"/>
              </a:defRPr>
            </a:pPr>
            <a:r>
              <a:t>Finding 08：供应商声明需要证据复核。 Review the sample, lead time and test evidence before approval. Review the sample, lead time and test evidence before approval. END08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4261104"/>
            <a:ext cx="502920" cy="50292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4187952"/>
            <a:ext cx="9829800" cy="1234439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wrap="square"/>
          <a:lstStyle/>
          <a:p>
            <a:pPr algn="l">
              <a:defRPr sz="1700">
                <a:solidFill>
                  <a:srgbClr val="17233C"/>
                </a:solidFill>
                <a:latin typeface="Arial"/>
              </a:defRPr>
            </a:pPr>
            <a:r>
              <a:t>Finding 09：供应商声明需要证据复核。 Review the sample, lead time and test evidence before approval. Review the sample, lead time and test evidence before approval. END09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7233C"/>
                </a:solidFill>
                <a:latin typeface="Arial"/>
              </a:defRPr>
            </a:pPr>
            <a:r>
              <a:t>供应商审核 Supplier review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881360" y="521207"/>
            <a:ext cx="640080" cy="347472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" name="Oval 3"/>
          <p:cNvSpPr/>
          <p:nvPr/>
        </p:nvSpPr>
        <p:spPr>
          <a:xfrm>
            <a:off x="749808" y="1463040"/>
            <a:ext cx="502920" cy="50292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1389888"/>
            <a:ext cx="9829800" cy="1234439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wrap="square"/>
          <a:lstStyle/>
          <a:p>
            <a:pPr algn="l">
              <a:defRPr sz="1700">
                <a:solidFill>
                  <a:srgbClr val="17233C"/>
                </a:solidFill>
                <a:latin typeface="Arial"/>
              </a:defRPr>
            </a:pPr>
            <a:r>
              <a:t>Finding 10：供应商声明需要证据复核。 Review the sample, lead time and test evidence before approval. Review the sample, lead time and test evidence before approval. END10</a:t>
            </a:r>
          </a:p>
        </p:txBody>
      </p:sp>
      <p:sp>
        <p:nvSpPr>
          <p:cNvPr id="6" name="Oval 5"/>
          <p:cNvSpPr/>
          <p:nvPr/>
        </p:nvSpPr>
        <p:spPr>
          <a:xfrm>
            <a:off x="749808" y="2862072"/>
            <a:ext cx="502920" cy="50292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2788920"/>
            <a:ext cx="9829800" cy="1234439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wrap="square"/>
          <a:lstStyle/>
          <a:p>
            <a:pPr algn="l">
              <a:defRPr sz="1700">
                <a:solidFill>
                  <a:srgbClr val="17233C"/>
                </a:solidFill>
                <a:latin typeface="Arial"/>
              </a:defRPr>
            </a:pPr>
            <a:r>
              <a:t>Finding 11：供应商声明需要证据复核。 Review the sample, lead time and test evidence before approval. Review the sample, lead time and test evidence before approval. END11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7233C"/>
                </a:solidFill>
                <a:latin typeface="Arial"/>
              </a:defRPr>
            </a:pPr>
            <a:r>
              <a:t>供应商审核 Supplier review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881360" y="521207"/>
            <a:ext cx="640080" cy="347472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" name="Oval 3"/>
          <p:cNvSpPr/>
          <p:nvPr/>
        </p:nvSpPr>
        <p:spPr>
          <a:xfrm>
            <a:off x="749808" y="1463040"/>
            <a:ext cx="502920" cy="50292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1389888"/>
            <a:ext cx="9829800" cy="1234439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wrap="square"/>
          <a:lstStyle/>
          <a:p>
            <a:pPr algn="l">
              <a:defRPr sz="1700">
                <a:solidFill>
                  <a:srgbClr val="17233C"/>
                </a:solidFill>
                <a:latin typeface="Arial"/>
              </a:defRPr>
            </a:pPr>
            <a:r>
              <a:t>Finding 12：供应商声明需要证据复核。 Review the sample, lead time and test evidence before approval. Review the sample, lead time and test evidence before approval. END12</a:t>
            </a:r>
          </a:p>
        </p:txBody>
      </p:sp>
      <p:sp>
        <p:nvSpPr>
          <p:cNvPr id="6" name="Oval 5"/>
          <p:cNvSpPr/>
          <p:nvPr/>
        </p:nvSpPr>
        <p:spPr>
          <a:xfrm>
            <a:off x="749808" y="2862072"/>
            <a:ext cx="502920" cy="50292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2788920"/>
            <a:ext cx="9829800" cy="1234439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wrap="square"/>
          <a:lstStyle/>
          <a:p>
            <a:pPr algn="l">
              <a:defRPr sz="1700">
                <a:solidFill>
                  <a:srgbClr val="17233C"/>
                </a:solidFill>
                <a:latin typeface="Arial"/>
              </a:defRPr>
            </a:pPr>
            <a:r>
              <a:t>Finding 13：供应商声明需要证据复核。 Review the sample, lead time and test evidence before approval. Review the sample, lead time and test evidence before approval. END13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供应商审核 Supplier review</dc:title>
  <dc:subject/>
  <dc:creator>OPHIRA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