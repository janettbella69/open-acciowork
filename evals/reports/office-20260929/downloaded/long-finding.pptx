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长文本来源记录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362102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段落 01 完整保留来源和不确定性 Evidence remains subject to review. 完整保留来源和不确定性 Evidence remains subject to review. 完整保留来源和不确定性 Evidence remains subject to review. END01</a:t>
            </a:r>
            <a:br/>
            <a:r>
              <a:t>段落 02 完整保留来源和不确定性 Evidence remains subject to review. 完整保留来源和不确定性 Evidence remains subject to review. 完整保留来源和不确定性 Evidence remains subject to review. END02</a:t>
            </a:r>
            <a:br/>
            <a:r>
              <a:t>段落 03 完整保留来源和不确定性 Evidence remains subject to review. 完整保留来源和不确定性 Evidence remains subject to review. 完整保留来源和不确定性 Evidence remains subject to review. END03</a:t>
            </a:r>
            <a:br/>
            <a:r>
              <a:t>段落 04 完整保留来源和不确定性 Evidence remains subject to review. 完整保留来源和不确定性 Evidence remains subject to review. 完整保留来源和不确定性 Evidence remains subject to review. END04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长文本来源记录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362102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段落 05 完整保留来源和不确定性 Evidence remains subject to review. 完整保留来源和不确定性 Evidence remains subject to review. 完整保留来源和不确定性 Evidence remains subject to review. END05</a:t>
            </a:r>
            <a:br/>
            <a:r>
              <a:t>段落 06 完整保留来源和不确定性 Evidence remains subject to review. 完整保留来源和不确定性 Evidence remains subject to review. 完整保留来源和不确定性 Evidence remains subject to review. END06</a:t>
            </a:r>
            <a:br/>
            <a:r>
              <a:t>段落 07 完整保留来源和不确定性 Evidence remains subject to review. 完整保留来源和不确定性 Evidence remains subject to review. 完整保留来源和不确定性 Evidence remains subject to review. END07</a:t>
            </a:r>
            <a:br/>
            <a:r>
              <a:t>段落 08 完整保留来源和不确定性 Evidence remains subject to review. 完整保留来源和不确定性 Evidence remains subject to review. 完整保留来源和不确定性 Evidence remains subject to review. END08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长文本来源记录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362102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段落 09 完整保留来源和不确定性 Evidence remains subject to review. 完整保留来源和不确定性 Evidence remains subject to review. 完整保留来源和不确定性 Evidence remains subject to review. END09</a:t>
            </a:r>
            <a:br/>
            <a:r>
              <a:t>段落 10 完整保留来源和不确定性 Evidence remains subject to review. 完整保留来源和不确定性 Evidence remains subject to review. 完整保留来源和不确定性 Evidence remains subject to review. END10</a:t>
            </a:r>
            <a:br/>
            <a:r>
              <a:t>段落 11 完整保留来源和不确定性 Evidence remains subject to review. 完整保留来源和不确定性 Evidence remains subject to review. 完整保留来源和不确定性 Evidence remains subject to review. END11</a:t>
            </a:r>
            <a:br/>
            <a:r>
              <a:t>段落 12 完整保留来源和不确定性 Evidence remains subject to review. 完整保留来源和不确定性 Evidence remains subject to review. 完整保留来源和不确定性 Evidence remains subject to review. END12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33C"/>
                </a:solidFill>
                <a:latin typeface="Arial"/>
              </a:defRPr>
            </a:pPr>
            <a:r>
              <a:t>长文本来源记录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81360" y="521207"/>
            <a:ext cx="640080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463040"/>
            <a:ext cx="502920" cy="5029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89888"/>
            <a:ext cx="9829800" cy="2029967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defRPr sz="1700">
                <a:solidFill>
                  <a:srgbClr val="17233C"/>
                </a:solidFill>
                <a:latin typeface="Arial"/>
              </a:defRPr>
            </a:pPr>
            <a:r>
              <a:t>段落 13 完整保留来源和不确定性 Evidence remains subject to review. 完整保留来源和不确定性 Evidence remains subject to review. 完整保留来源和不确定性 Evidence remains subject to review. END13</a:t>
            </a:r>
            <a:br/>
            <a:r>
              <a:t>段落 14 完整保留来源和不确定性 Evidence remains subject to review. 完整保留来源和不确定性 Evidence remains subject to review. 完整保留来源和不确定性 Evidence remains subject to review. END14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长文本来源记录</dc:title>
  <dc:subject/>
  <dc:creator>OPHIRA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